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2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KOKARSI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PT Sankyu Indonesia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74320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BDD7EE"/>
                </a:solidFill>
                <a:latin typeface="Calibri"/>
              </a:rPr>
              <a:t>Aplikasi Manajemen Karyawan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Versi 1.0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PANDUAN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48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DD7EE"/>
                </a:solidFill>
                <a:latin typeface="Calibri"/>
              </a:rPr>
              <a:t>PENGGUNAAN SISTEM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3017520"/>
            <a:ext cx="685800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3246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0AD47"/>
                </a:solidFill>
                <a:latin typeface="Calibri"/>
              </a:rPr>
              <a:t>Training &amp; 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Admin  |  Pengelola Koperasi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2976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Dokumen ini memperkenalkan seluruh fitur dan modul
aplikasi manajemen karyawan KOKARSI.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 Materi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12435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Gambaran Umum Sistem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Arsitektur, teknologi, dan role pengguna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21579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Login &amp; Keamanan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Autentikasi, ubah password, akses 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2608" y="30723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Dashboard &amp; Statistik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Ringkasan data, grafik, kontrak hampir berakhir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319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2608" y="39867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Manajemen Karyawan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519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CRUD, import, export, offboarding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463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92608" y="49011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Manajemen Kontrak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1663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Buat, perpanjang, generate PDF, upload dokumen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1887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6207" y="12435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Surat Peringatan (SP)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508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SP1-SP3, generate, eskalasi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1031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236207" y="21579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1031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Dokumen Karyawan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423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Upload KTP, ijazah, sertifikat, dll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0175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7" y="3072384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0175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Dokumen Legal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3375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Akte, Kontrak Vendor, Legal Koperasi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9319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6207" y="39867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931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Pengaturan Sistem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2519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Master data, user, template kontrak, notifikasi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484632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36207" y="4901183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846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Pencarian &amp; Notifikasi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516635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Global search, bell notifikasi, pengaturan kanal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01  |  Gambaran Umum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47472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47472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Teknologi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Frontend: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6916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Nuxt 3 + Vue 3 + TypeScript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84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UI: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8424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Nuxt UI (Tailwind CSS)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27685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Backend: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76856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NestJS + Prisma 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6946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Database: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56946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286207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Auth: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862072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Session-based (Cookie)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15468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3564"/>
                </a:solidFill>
                <a:latin typeface="Calibri"/>
              </a:rPr>
              <a:t>PDF: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15468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Generate dari template DOCX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1188720"/>
            <a:ext cx="3749039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023360" y="1188720"/>
            <a:ext cx="3749039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12252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 Pengguna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1691640"/>
            <a:ext cx="342900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80" y="1737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0299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Akses penuh semua fitur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223113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Kelola user &amp; master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243230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Kelola template kontrak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26334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Konfigurasi tampilan sistem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2852928"/>
            <a:ext cx="3429000" cy="6400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97680" y="289864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PENGELOLA KOPERASI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2004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Kelola karyawan &amp; kontrak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340156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Kelola dokumen &amp; surat peringatan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188720"/>
            <a:ext cx="38404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8046720" y="1188720"/>
            <a:ext cx="384048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79" y="1225296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16 Modul Utama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16916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Autentikasi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19202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Dashboard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21488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Karyawan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23774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Kontrak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6060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Surat Peringatan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28346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Dok. Karyawan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30632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Akte Dokumen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291840"/>
            <a:ext cx="1691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Kontrak Vendor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21240" y="16916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Legal Koperasi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19202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Template Kontrak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21240" y="21488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Master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2377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Manajemen User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21240" y="26060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Keamanan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21240" y="28346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Notifikasi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21240" y="30632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Pencarian Global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21240" y="32918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Pengaturan Umum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3840480"/>
            <a:ext cx="27432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3886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0AD47"/>
                </a:solidFill>
                <a:latin typeface="Calibri"/>
              </a:rPr>
              <a:t>159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Test Cases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3840480"/>
            <a:ext cx="27432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291840" y="3886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0AD47"/>
                </a:solidFill>
                <a:latin typeface="Calibri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9184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Modul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840480"/>
            <a:ext cx="27432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17920" y="3886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0AD47"/>
                </a:solidFill>
                <a:latin typeface="Calibri"/>
              </a:rPr>
              <a:t>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792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Role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052560" y="3840480"/>
            <a:ext cx="2743200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144000" y="3886200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70AD47"/>
                </a:solidFill>
                <a:latin typeface="Calibr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4434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Aplikasi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02  |  Login &amp; Keamanan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2252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Proses Login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65760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6642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Gunakan No. Karyawan atau Username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20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Masukkan Password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1762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Klik tombol "Masuk"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432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Sistem redirect ke Dashboard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88720"/>
            <a:ext cx="365760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2252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Validasi Login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72768"/>
            <a:ext cx="365760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70831" y="16642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Field kosong: form tidak diproses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1920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Kredensial salah: notifikasi error muncul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1" y="21762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Sesi habis: redirect otomatis ke /login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1" y="2432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Toggle ikon mata untuk lihat/sembunyikan password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65760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60" y="1225296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Ubah Password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572768"/>
            <a:ext cx="3657600" cy="14447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166420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Buka Pengaturan &gt; Keamanan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1920240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Isi password saat ini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176272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Isi password baru + konfirmasi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243230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• Password baru ≠ konfirmasi: error muncul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46120"/>
            <a:ext cx="1161288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3246120"/>
            <a:ext cx="1161288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200" y="327355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Alur Login Sistem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749039"/>
            <a:ext cx="1554480" cy="8686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Buka
/login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749039"/>
            <a:ext cx="1554480" cy="8686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33172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Isi
Kredensial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69080" y="3749039"/>
            <a:ext cx="1554480" cy="8686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Klik
Masuk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3749039"/>
            <a:ext cx="1554480" cy="86868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9788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Validasi
Server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35240" y="3749039"/>
            <a:ext cx="1554480" cy="86868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68096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Sukses?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18320" y="3749039"/>
            <a:ext cx="1554480" cy="8686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64040" y="3858768"/>
            <a:ext cx="1463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0312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564"/>
                </a:solidFill>
                <a:latin typeface="Calibr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564"/>
                </a:solidFill>
                <a:latin typeface="Calibri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564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59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564"/>
                </a:solidFill>
                <a:latin typeface="Calibri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40050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564"/>
                </a:solidFill>
                <a:latin typeface="Calibri"/>
              </a:rPr>
              <a:t>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35240" y="4846320"/>
            <a:ext cx="155448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0" y="48920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Error
Notifikasi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55371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0000"/>
                </a:solidFill>
                <a:latin typeface="Calibri"/>
              </a:rPr>
              <a:t>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297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70AD47"/>
                </a:solidFill>
                <a:latin typeface="Calibri"/>
              </a:rPr>
              <a:t>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03  |  Dashboard &amp; Statistik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618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[ —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2618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[ —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2618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[ — 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1261872"/>
            <a:ext cx="640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[ — ]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F654365D-D2B4-4C20-7EDF-3FAD4E32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00" y="1092711"/>
            <a:ext cx="9534623" cy="56281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  |  Manajemen Karyawan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👤  Tambah Karyawan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No. Karyawan (min. 3 karakter)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Nama Lengkap, NIK (min. 8 karakter)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Jenis Kelamin, Tanggal Lahir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Email valid, No. HP (min. 8 karakter)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926080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Departemen, Jabatan, Level, Lokasi Kerja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21868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Status Pajak, Pendidikan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511296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foto profil (opsional)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1188720"/>
            <a:ext cx="3749039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61688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✏️  Edit &amp; Hapus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16459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Edit semua data karyawan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Hapus karyawan (konfirmasi)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Filter &amp; cari berdasarkan nama/status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Lihat detail karyawan lengkap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188720"/>
            <a:ext cx="3749039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39327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📤  Import / Export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645920"/>
            <a:ext cx="3749039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Download template 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Import bulk dari file .xlsx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Validasi data saat import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Export semua karyawan ke Excel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70832"/>
            <a:ext cx="1905000" cy="9144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891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Buka
/karyawan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52472" y="4663440"/>
            <a:ext cx="228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16480" y="4370832"/>
            <a:ext cx="1905000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38963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134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Klik
Tambah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3192" y="4663440"/>
            <a:ext cx="228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67200" y="4370832"/>
            <a:ext cx="1905000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035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2206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Isi
Form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3912" y="4663440"/>
            <a:ext cx="228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4370832"/>
            <a:ext cx="1905000" cy="9144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9107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7278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Upload
Foto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4632" y="4663440"/>
            <a:ext cx="228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68640" y="4370832"/>
            <a:ext cx="1905000" cy="9144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24179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350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Klik
Simpan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5352" y="4663440"/>
            <a:ext cx="228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3564"/>
                </a:solidFill>
                <a:latin typeface="Calibri"/>
              </a:rPr>
              <a:t>▶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19360" y="4370832"/>
            <a:ext cx="1905000" cy="9144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92512" y="4416552"/>
            <a:ext cx="176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74224" y="4773168"/>
            <a:ext cx="1813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Karyawan
Tersimpan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04b  |  Manajemen Karyawan — Offboarding &amp; Detail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Proses Offboarding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77393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76479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Buka detail karyawan yang akan dioffboarding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12848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24942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240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Klik tombol "Offboarding"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688336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72491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71576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Pilih jenis: RESIGN atau PHK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16382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3200400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19125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Isi tanggal efektif (wajib)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639312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" y="3675887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6667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Isi catatan/alasan (opsional)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114800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151376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1422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Klik "Simpan Offboarding"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590288"/>
            <a:ext cx="347472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626864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6177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Status karyawan diperbarui otomatis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617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→ RESIGNED / PHK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65776"/>
            <a:ext cx="347472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5102352"/>
            <a:ext cx="3474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093208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Kontrak aktif diselesaikan otomatis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07408" y="509320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Calibri"/>
              </a:rPr>
              <a:t>→ status ENDED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188720"/>
            <a:ext cx="58521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035040" y="1188720"/>
            <a:ext cx="585216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72200" y="122529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Halaman Detail Karyawan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1737360"/>
            <a:ext cx="5577840" cy="457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91072" y="177393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👤 Profil Header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1072" y="1993392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Foto, nama, no. karyawan, status, email, telp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2267712"/>
            <a:ext cx="557784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91072" y="230428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💼 Panel Kerja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2" y="2523744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Jabatan, departemen, lokasi, tanggal masuk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72200" y="2798063"/>
            <a:ext cx="557784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2834639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📋 Summary Cards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3054096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Total kontrak, SP aktif, masa kerja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72200" y="3328415"/>
            <a:ext cx="5577840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91072" y="3364991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📅 Contract Timeline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3584448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Riwayat kontrak kronologis + status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72200" y="3858768"/>
            <a:ext cx="5577840" cy="4572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91072" y="3895344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⚠️ Warning Letter List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4114800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Daftar SP1/SP2/SP3 karyawan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4389120"/>
            <a:ext cx="5577840" cy="4572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91072" y="4425696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📄 Employee Documents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1072" y="4645152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Daftar dokumen personal &amp; sertifikasi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172200" y="4919471"/>
            <a:ext cx="5577840" cy="457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91072" y="4956048"/>
            <a:ext cx="2560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🕐 Status History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91072" y="5175504"/>
            <a:ext cx="5349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Riwayat perubahan status kepegawaian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05  |  Manajemen Kontrak Karyawan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457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📝  Buat Kontrak Baru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45920"/>
            <a:ext cx="3749039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Pilih karyawan dari daftar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Tentukan tipe kontrak (PKWT/PKWTT)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Isi tanggal mulai &amp; selesai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Pilih template dokumen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926080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Isi tanggal tanda tangan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21868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Isi gaji/kompensasi (wajib &gt;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511296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Label posisi &amp; lokasi opsional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380390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No. kontrak otomatis di-generate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1188720"/>
            <a:ext cx="3749039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61688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🔄  Perpanjang Kontrak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1645920"/>
            <a:ext cx="3749039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1655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Klik tombol Perpanjang pada kontrak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Tanggal mulai ≥ tanggal selesai lama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Pilih tipe &amp; template baru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Isi gaji baru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2926080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Riwayat kontrak lama tetap tersimpan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188720"/>
            <a:ext cx="3749039" cy="4572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39327" y="1261872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📄  Dokumen Kontrak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645920"/>
            <a:ext cx="3749039" cy="2651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2" y="1755648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Generate PDF dari template DOCX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048255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Preview dokumen via PDF viewer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340864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Download file PDF kontrak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2633472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scan/dokumen ditandatangani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2926080"/>
            <a:ext cx="3493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Lihat contract timeline di detail karyawan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526280"/>
            <a:ext cx="11612880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4526280"/>
            <a:ext cx="1161288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7200" y="45537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Status Kontrak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5029200"/>
            <a:ext cx="265176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920" y="50657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ACTIVE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449824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Kontrak sedang berjalan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91840" y="5029200"/>
            <a:ext cx="2651760" cy="3840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83280" y="50657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EXPIRING_SOON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83280" y="5449824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&lt; 30 hari berakhir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72200" y="5029200"/>
            <a:ext cx="2651760" cy="384048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50657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EXPIRED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449824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Sudah berakhir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2559" y="5029200"/>
            <a:ext cx="2651760" cy="38404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143999" y="506577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ENDED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3999" y="5449824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  <a:latin typeface="Calibri"/>
              </a:rPr>
              <a:t>Diakhiri (offboarding)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06  |  Surat Peringatan (Warning Letter)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0292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0292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Alur Eskalasi SP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4754880" cy="1188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18105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Pelanggaran pertama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13055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  <a:latin typeface="Calibri"/>
              </a:rPr>
              <a:t>Surat Peringatan Pertama — berlaku 6 bulan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834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4B5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154680"/>
            <a:ext cx="4754880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0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22783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Pelanggaran kedua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4787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  <a:latin typeface="Calibri"/>
              </a:rPr>
              <a:t>Surat Peringatan Kedua — berlaku 6 bulan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251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572000"/>
            <a:ext cx="4754880" cy="1188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6177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6451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Pelanggaran ketiga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9651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DD7EE"/>
                </a:solidFill>
                <a:latin typeface="Calibri"/>
              </a:rPr>
              <a:t>Surat Peringatan Ketiga — dapat berujung PHK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188720"/>
            <a:ext cx="630936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77840" y="1188720"/>
            <a:ext cx="630936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15000" y="1225296"/>
            <a:ext cx="6035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Fitur Surat Peringatan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15000" y="1737360"/>
            <a:ext cx="6035040" cy="29260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06440" y="1764792"/>
            <a:ext cx="5852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📝 Buat SP Baru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2066543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Pilih karyawan aktif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27685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Pilih jenis (SP1/SP2/SP3)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248716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Isi tanggal &amp; alasan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697479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No. SP otomatis di-generate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15000" y="2904089"/>
            <a:ext cx="6035040" cy="29260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2943097"/>
            <a:ext cx="5852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📄 Generate PDF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21012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  <a:latin typeface="Calibri"/>
              </a:rPr>
              <a:t>  • Generate </a:t>
            </a:r>
            <a:r>
              <a:rPr sz="900" b="0" i="0" dirty="0" err="1">
                <a:solidFill>
                  <a:srgbClr val="404040"/>
                </a:solidFill>
                <a:latin typeface="Calibri"/>
              </a:rPr>
              <a:t>dokumen</a:t>
            </a:r>
            <a:r>
              <a:rPr sz="900" b="0" i="0" dirty="0">
                <a:solidFill>
                  <a:srgbClr val="404040"/>
                </a:solidFill>
                <a:latin typeface="Calibri"/>
              </a:rPr>
              <a:t> SP </a:t>
            </a:r>
            <a:r>
              <a:rPr sz="900" b="0" i="0" dirty="0" err="1">
                <a:solidFill>
                  <a:srgbClr val="404040"/>
                </a:solidFill>
                <a:latin typeface="Calibri"/>
              </a:rPr>
              <a:t>dari</a:t>
            </a:r>
            <a:r>
              <a:rPr sz="900" b="0" i="0" dirty="0">
                <a:solidFill>
                  <a:srgbClr val="404040"/>
                </a:solidFill>
                <a:latin typeface="Calibri"/>
              </a:rPr>
              <a:t> template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342043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Preview via PDF viewer built-in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630748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Download file 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3931920"/>
            <a:ext cx="6035040" cy="29260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06440" y="3959352"/>
            <a:ext cx="5852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📁 Upload &amp; Simpan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261104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Upload file SP yang sudah ditandatangani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06440" y="447141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Dikaitkan langsung ke record SP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0" y="5029200"/>
            <a:ext cx="6035040" cy="29260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806440" y="5056631"/>
            <a:ext cx="5852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🔍 Filter &amp; Cari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5358383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Filter berdasarkan jenis SP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5568696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Lihat riwayat SP di detail karyawan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5779007"/>
            <a:ext cx="5943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  • Timeline eskalasi SP1→SP2→SP3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07 - 09  |  Dokumen Karyawan &amp; Dokumen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6576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6576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📁 Dokumen Karyawan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564"/>
                </a:solidFill>
                <a:latin typeface="Calibri"/>
              </a:rPr>
              <a:t>Kategori Dokumen: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6596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KTP, Kartu Keluarga, NPWP, Paspor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276856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295144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76856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Ijazah, Sertifikat, Lisensi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697479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564"/>
                </a:solidFill>
                <a:latin typeface="Calibri"/>
              </a:rPr>
              <a:t>Fitur: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71799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2990087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Tambah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71799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Upload file + isi metadata dokumen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282695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3300983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Edit / Hapus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3282695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Perbarui atau hapus dokumen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593591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3611879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5935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Buka drawer detail + PDF viewer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904487"/>
            <a:ext cx="1371600" cy="25603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922775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904487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Per kategori PERSONAL / CERTIFICATION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1188720"/>
            <a:ext cx="24688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206240" y="1188720"/>
            <a:ext cx="246888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15968" y="12252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⚖️ Akte Dokumen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173736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Akta pendirian, perubahan 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208483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Nomor, tanggal, penerbit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4323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file PDF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27797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Cari &amp; filter berdasarkan nama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3246120"/>
            <a:ext cx="219456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89120" y="3310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Operasi CRUD
Tersedia: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382219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Tambah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16966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Edit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5171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Hapus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8646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Upload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521207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Preview PDF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03720" y="1188720"/>
            <a:ext cx="24688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903720" y="1188720"/>
            <a:ext cx="246888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13448" y="12252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🤝 Kontrak Vendor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173736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Kontrak dengan mitra/vendor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208483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Mother agreement &amp; turunannya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24323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Perpanjang kontrak vendor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27797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file PDF kontrak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40880" y="3246120"/>
            <a:ext cx="219456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86600" y="3310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Operasi CRUD
Tersedia: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382219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Tambah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86600" y="416966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Edit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45171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Hapus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86600" y="48646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Upload File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086600" y="521207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Preview PDF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01200" y="1188720"/>
            <a:ext cx="24688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9601200" y="1188720"/>
            <a:ext cx="2468880" cy="38404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710928" y="1225296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🏢 Legal Koperasi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38360" y="173736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SIUP, NPWP, izin usaha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38360" y="2084831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Masa berlaku dokumen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38360" y="243230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file PDF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38360" y="277977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Notifikasi masa berlaku habis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738360" y="3246120"/>
            <a:ext cx="219456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84080" y="3310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04040"/>
                </a:solidFill>
                <a:latin typeface="Calibri"/>
              </a:rPr>
              <a:t>Operasi CRUD
Tersedia: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784080" y="3822191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Tambah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784080" y="4169663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Edit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784080" y="451713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Hapus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0" y="4864608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Upload File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784080" y="5212079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✅ Preview 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10 - 11  |  Template Kontrak &amp; Master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Template Kontrak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Template adalah file .docx yang digunakan untuk men-generate dokumen kontrak PDF secara otomatis.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331720"/>
            <a:ext cx="521208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Family Template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670048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PKWT — Perjanjian Kerja Waktu Tertentu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16936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PKWTT — Perjanjian Kerja Waktu Tidak Tertentu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163824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Mitra / custom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49039"/>
            <a:ext cx="52120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76732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Operasi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087368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file .docx sebagai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334256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Edit nama dan 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81144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Aktifkan / nonaktifkan template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28031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Hapus template yang tidak digunakan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166360"/>
            <a:ext cx="5212080" cy="274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518464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Penggunaan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04688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Template aktif muncul saat buat kontrak baru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51575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Template digunakan generate PDF otomatis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98464"/>
            <a:ext cx="5074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Placeholder di DOCX diganti data karyawan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188720"/>
            <a:ext cx="5852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1188720"/>
            <a:ext cx="585216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122529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Master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169164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Data referensi yang digunakan di seluruh modul. Hanya dapat dikelola oleh Admin.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194560"/>
            <a:ext cx="2240280" cy="5943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2231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📍 Lokasi Kerja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52374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Daftar lokasi/site kerja karyawan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907791"/>
            <a:ext cx="224028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2944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💼 Jabatan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323697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Daftar posisi/jabatan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72200" y="3621024"/>
            <a:ext cx="2240280" cy="5943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6364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📊 Level Jabatan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95020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Hierarki level jabatan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72200" y="4334256"/>
            <a:ext cx="224028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6364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🏢 Departemen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6634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Daftar unit/departemen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2194560"/>
            <a:ext cx="2240280" cy="5943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1080" y="223113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📄 Tipe Kontrak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41080" y="252374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PKWT, PKWTT, dll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49640" y="2907791"/>
            <a:ext cx="224028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41080" y="294436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🧾 Status Pajak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236975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TK/0, K/1, K/2, dll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49640" y="3621024"/>
            <a:ext cx="2240280" cy="5943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1080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🗂️ Jenis Dokumen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395020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Tipe dokumen personal &amp; sertifikasi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49640" y="4334256"/>
            <a:ext cx="224028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641080" y="437083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🏭 Perusahaan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41080" y="466344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Data vendor dan mitra usaha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5166360"/>
            <a:ext cx="5303520" cy="65836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263640" y="5230368"/>
            <a:ext cx="5120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3564"/>
                </a:solidFill>
                <a:latin typeface="Calibri"/>
              </a:rPr>
              <a:t>Semua master data mendukung operasi:
Tambah | Edit | Hapus | Cari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12  |  Pengaturan - Manajemen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50292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3564"/>
                </a:solidFill>
                <a:latin typeface="Calibri"/>
              </a:rPr>
              <a:t>Hanya Admin yang dapat mengakses dan mengelola akun pengguna sistem.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74519"/>
            <a:ext cx="56692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5669280" cy="4572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79" y="1920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423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>Akses penuh ke seluruh fitur sistem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79" y="2834640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79" y="286207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Kelola semua modul karyawan &amp; dokumen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401568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79" y="342900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419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Kelola user &amp; role (tambah, edit, hapus)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79" y="3968496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79" y="399592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39867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Akses master data &amp; template kontrak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79" y="4535424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79" y="45628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553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Konfigurasi tampilan &amp; pengaturan sistem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79" y="5102352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" y="512978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Semua fitur Pengelola Koperasi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874519"/>
            <a:ext cx="566928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1874519"/>
            <a:ext cx="566928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920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PENGELOLA KOPERASI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4231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04040"/>
                </a:solidFill>
                <a:latin typeface="Calibri"/>
              </a:rPr>
              <a:t>Akses terbatas untuk operasional harian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2834640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0" y="2862072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28529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Kelola data karyawan (CRUD)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401568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3429000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75704" y="341985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Kelola kontrak &amp; surat peringatan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3968496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3995928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75704" y="398678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Kelola dokumen karyawan &amp; legal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535424"/>
            <a:ext cx="292608" cy="292608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4562856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5704" y="45537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Lihat dashboard &amp; statistik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02352"/>
            <a:ext cx="292608" cy="29260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0" y="5129783"/>
            <a:ext cx="292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75704" y="5120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TIDAK bisa: user, master data, template, settings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6172200"/>
            <a:ext cx="11612880" cy="5486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6245352"/>
            <a:ext cx="11155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Login dapat menggunakan:   No. Karyawan   |   Username   |   NIK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13 - 14  |  Notifikasi &amp; Pencarian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4864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2529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🔔 Sistem Notifikasi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521208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76479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Bell Icon di Navbar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84831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Badge angka notifikasi belum dibaca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2257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Klik untuk buka panel slideover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6032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Daftar notifikasi terbaru + timestamp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788920"/>
            <a:ext cx="52120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281635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Halaman Notifikasi (/notifications)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36391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Riwayat lengkap semua notifikasi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374135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Tandai sebagai sudah dibaca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11879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Filter berdasarkan jenis notifikasi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840479"/>
            <a:ext cx="521208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3867911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Trigger Notifikasi Otomatis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8795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Kontrak hampir berakhir (&lt; 30 hari)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25696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SP baru diterbitkan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6344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Dokumen masa berlaku habis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892040"/>
            <a:ext cx="5212080" cy="274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9194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Pengaturan Kanal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239512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Toggle notifikasi Email ON/OFF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477255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Toggle notifikasi Desktop ON/OFF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715000"/>
            <a:ext cx="5074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Pengaturan disimpan per user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88720"/>
            <a:ext cx="58521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35040" y="1188720"/>
            <a:ext cx="585216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172200" y="1225296"/>
            <a:ext cx="5577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🔍 Pencarian Global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16916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Cari data di seluruh modul dari satu kotak pencarian di navbar.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176272"/>
            <a:ext cx="557784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2176272"/>
            <a:ext cx="411480" cy="4572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99632" y="2231136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231136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AAAA"/>
                </a:solidFill>
                <a:latin typeface="Calibri"/>
              </a:rPr>
              <a:t>Cari nama, no. karyawan, nomor kontrak...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788920"/>
            <a:ext cx="557784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63640" y="2816351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Cari berdasarkan: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18103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Nama karyawan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392423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No. karyawan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666744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Nomor kontrak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941063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Nomor SP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4306823"/>
            <a:ext cx="557784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63640" y="4334255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Hasil pencarian: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4636007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Ditampilkan realtime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4910327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Klik untuk navigasi ke detail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5184647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Dikelompokkan per kategori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72200" y="5550407"/>
            <a:ext cx="557784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263640" y="5577839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Tidak ditemukan: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5798566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  •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Pesan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"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tidak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ada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hasil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"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63640" y="6153911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  • Pastikan kata kunci minimal 3 karakter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15 - 16  |  Pengaturan Umum &amp; Keamanan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43584"/>
            <a:ext cx="11247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F3564"/>
                </a:solidFill>
                <a:latin typeface="Calibri"/>
              </a:rPr>
              <a:t>Hanya Admin yang dapat mengakses Pengaturan Umum.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19072"/>
            <a:ext cx="7315200" cy="4315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719072"/>
            <a:ext cx="7315200" cy="384048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1755648"/>
            <a:ext cx="7040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⚙️ Pengaturan Umum Sistem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40280"/>
            <a:ext cx="7040880" cy="274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22677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🏢 Identitas Organisasi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8775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Nama organisasi (tampil di header &amp; login)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25496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logo (PNG/JPG)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154680"/>
            <a:ext cx="7040880" cy="2743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31821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🎨 Tampilan Halaman Login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50215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Warna latar panel kiri &amp; kanan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739896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gambar latar panel kiri &amp; kanan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977639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Opacity overlay panel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15384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Warna teks panel kiri &amp; kanan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69080"/>
            <a:ext cx="7040880" cy="27432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0965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🔄 Perubahan Real-time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1655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Semua perubahan tampil langsung di halaman 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654296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Tidak perlu reload aplikasi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983480"/>
            <a:ext cx="7040880" cy="2743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010912"/>
            <a:ext cx="6858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📧 Pengaturan Email (Opsional)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330952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Konfigurasi SMTP untuk kirim notifikasi email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68696"/>
            <a:ext cx="6903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Template email notifikasi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719072"/>
            <a:ext cx="4023360" cy="4315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863840" y="1719072"/>
            <a:ext cx="4023360" cy="38404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01000" y="17556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🔒 Keamanan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21284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  <a:latin typeface="Calibri"/>
              </a:rPr>
              <a:t>Semua pengguna dapat mengubah password akun sendiri.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2761488"/>
            <a:ext cx="34747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01000" y="279806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30768" y="279806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Buka Pengaturan &gt; Keamanan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291840"/>
            <a:ext cx="34747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001000" y="33284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8" y="3328416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Isi password saat ini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01000" y="3822191"/>
            <a:ext cx="34747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01000" y="385876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3858768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Isi password baru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352544"/>
            <a:ext cx="347472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01000" y="438912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8" y="4389120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Konfirmasi password baru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01000" y="4882896"/>
            <a:ext cx="347472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01000" y="491947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0768" y="491947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Klik Simpan Password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01000" y="5440680"/>
            <a:ext cx="3749039" cy="438912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9244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0000"/>
                </a:solidFill>
                <a:latin typeface="Calibri"/>
              </a:rPr>
              <a:t>Jika konfirmasi tidak cocok:
Sistem menampilkan error "Password tidak cocok"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  |  Ringkasan Fitur Sistem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834640" cy="12618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2801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Login &amp; Keamanan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75564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Autentikasi, toggle password,
ubah password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55263" y="1188720"/>
            <a:ext cx="2834640" cy="12618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1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9624" y="12801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1" y="175564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Statistik, grafik, filter
periode, kontrak berakhir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188720"/>
            <a:ext cx="2834640" cy="12618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5936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12801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Karyawan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75564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CRUD, import Excel, export,
offboarding, detail lengkap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17152" y="1188720"/>
            <a:ext cx="2834640" cy="12618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1512" y="1280160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Kontrak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75564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Buat, perpanjang, generate PDF,
preview, download, upload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78608"/>
            <a:ext cx="2834640" cy="12618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2670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26700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Surat Peringatan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14553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SP1/SP2/SP3, generate PDF,
eskalasi, upload dokumen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5263" y="2578608"/>
            <a:ext cx="2834640" cy="12618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64991" y="2670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9624" y="26700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Dok. Karyawan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64991" y="314553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Personal &amp; sertifikasi,
upload PDF, preview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36207" y="2578608"/>
            <a:ext cx="2834640" cy="12618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45936" y="2670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⚖️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26700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Akte Dokumen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314553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Dokumen legal koperasi,
upload &amp; preview PDF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17152" y="2578608"/>
            <a:ext cx="2834640" cy="12618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326880" y="26700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2670048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Kontrak Vendor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314553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Mitra usaha, mother agreement,
perpanjang, upload PDF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968496"/>
            <a:ext cx="2834640" cy="12618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84048" y="405993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059935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Legal Koperasi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453542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SIUP, NPWP, izin usaha,
masa berlaku, upload PDF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55263" y="3968496"/>
            <a:ext cx="2834640" cy="12618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64991" y="405993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9624" y="4059935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Template Kontrak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64991" y="453542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Upload .docx, family PKWT/PKWTT,
aktif/nonaktif (Admin only)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36207" y="3968496"/>
            <a:ext cx="2834640" cy="12618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345936" y="405993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⚙️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30568" y="4059935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Master Data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5936" y="453542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8 jenis data referensi,
Lokasi, Jabatan, Dept, dll (Admin)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217152" y="3968496"/>
            <a:ext cx="2834640" cy="12618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326880" y="4059935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1512" y="4059935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Manajemen User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53542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CRUD user, 2 role,
login via username/NIK (Admin)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358384"/>
            <a:ext cx="2834640" cy="12618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84048" y="5449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" y="54498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Keamanan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592531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Ubah password,
validasi konfirmasi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55263" y="5358384"/>
            <a:ext cx="2834640" cy="12618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64991" y="5449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49624" y="54498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Notifikasi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64991" y="592531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Bell icon, slideover, halaman
notifikasi, pengaturan kanal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36207" y="5358384"/>
            <a:ext cx="2834640" cy="12618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345936" y="5449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30568" y="54498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Pencarian Global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5936" y="592531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Cari karyawan, kontrak,
navigasi ke detail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17152" y="5358384"/>
            <a:ext cx="2834640" cy="12618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326880" y="54498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11512" y="5449824"/>
            <a:ext cx="2148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Pengaturan Umum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26880" y="592531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DD7EE"/>
                </a:solidFill>
                <a:latin typeface="Calibri"/>
              </a:rPr>
              <a:t>Logo, nama organisasi,
tampilan login (Admin)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0584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  |  Tips Penggunaan &amp; Best Practices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669280" cy="347472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2252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🚀 Mulai Dari Sini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1645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Pastikan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Master Data (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Jabatan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, Lokasi, Dept)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sudah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diisi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sebelum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tambah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karyawan</a:t>
            </a:r>
            <a:endParaRPr sz="950" b="0" i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79" y="2011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• Upload Template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Kontrak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.docx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sebelum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membuat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kontrak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pertama</a:t>
            </a:r>
            <a:endParaRPr sz="950" b="0" i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1479" y="2377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Buat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akun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user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untuk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setiap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staf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yang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butuh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akses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sistem</a:t>
            </a:r>
            <a:endParaRPr sz="950" b="0" i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188720"/>
            <a:ext cx="5669280" cy="3474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2252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Manajemen Karyawan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459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•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Gunakan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fitur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Import Excel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untuk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onboarding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banyak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karyawan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sekaligus</a:t>
            </a:r>
            <a:endParaRPr sz="950" b="0" i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404040"/>
                </a:solidFill>
                <a:latin typeface="Calibri"/>
              </a:rPr>
              <a:t>• Download template Excel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dahulu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agar format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sesuai</a:t>
            </a:r>
            <a:r>
              <a:rPr sz="950" b="0" i="0" dirty="0">
                <a:solidFill>
                  <a:srgbClr val="404040"/>
                </a:solidFill>
                <a:latin typeface="Calibri"/>
              </a:rPr>
              <a:t> </a:t>
            </a:r>
            <a:r>
              <a:rPr sz="950" b="0" i="0" dirty="0" err="1">
                <a:solidFill>
                  <a:srgbClr val="404040"/>
                </a:solidFill>
                <a:latin typeface="Calibri"/>
              </a:rPr>
              <a:t>sistem</a:t>
            </a:r>
            <a:endParaRPr sz="950" b="0" i="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23774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Isi foto profil untuk memudahkan identifikasi karyawan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175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" y="3017520"/>
            <a:ext cx="5669280" cy="3474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" y="30540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📄 Kontrak &amp; Dokumen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3474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Generate PDF kontrak setelah simpan untuk memastikan template berjalan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3840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Upload scan dokumen yang sudah ditandatangani untuk arsip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Pantau kontrak hampir berakhir di Dashboard setiap hari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175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3017520"/>
            <a:ext cx="5669280" cy="347472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73368" y="30540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🔔 Notifikasi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747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Aktifkan notifikasi Email di Pengaturan &gt; Notifikasi agar tidak melewatkan kontrak berakhir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840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Cek panel notifikasi (bell icon) secara rutin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206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Tindak lanjuti notifikasi kontrak berakhir dengan perpanjang atau offboarding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8463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4846320"/>
            <a:ext cx="5669280" cy="34747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4048" y="48828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🔐 Keamanan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79" y="5303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Ganti password secara berkala (minimal 3 bulan sekali)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79" y="5669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Jangan bagikan kredensial login kepada orang lain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79" y="6035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Logout setelah selesai bekerja terutama di komputer bersama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846320"/>
            <a:ext cx="5669280" cy="1700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263640" y="4846320"/>
            <a:ext cx="5669280" cy="34747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73368" y="4882896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⚠️ Perhatian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30352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Proses offboarding tidak dapat dibatalkan setelah disimpan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6692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Hapus data karyawan/kontrak adalah permanen — konfirmasi sebelum menghapus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0350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  <a:latin typeface="Calibri"/>
              </a:rPr>
              <a:t>• Hanya Admin yang dapat ubah Master Data dan Template Kontrak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14800" y="0"/>
            <a:ext cx="73152" cy="685800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KOKARSI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DD7EE"/>
                </a:solidFill>
                <a:latin typeface="Calibri"/>
              </a:rPr>
              <a:t>PT Sankyu Indonesia International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743200" cy="36576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DD7EE"/>
                </a:solidFill>
                <a:latin typeface="Calibri"/>
              </a:rPr>
              <a:t>Manajemen Karyawan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926080"/>
            <a:ext cx="32918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962656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70AD47"/>
                </a:solidFill>
                <a:latin typeface="Calibri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312724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Modul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86200"/>
            <a:ext cx="32918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922776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70AD47"/>
                </a:solidFill>
                <a:latin typeface="Calibri"/>
              </a:rPr>
              <a:t>159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408736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Test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846320"/>
            <a:ext cx="3291840" cy="82296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882896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70AD47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50474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DD7EE"/>
                </a:solidFill>
                <a:latin typeface="Calibri"/>
              </a:rPr>
              <a:t>Aplikasi Siap Digunakan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971800"/>
            <a:ext cx="6858000" cy="5486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32004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Seluruh fitur dan modul telah disampaikan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79476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Dokumen Black Box Testing tersedia di docs/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38912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Form pengujian tersedia di docs/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49834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✓  Hubungi Admin sistem untuk akses &amp; pertanyaan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943600"/>
            <a:ext cx="6858000" cy="640080"/>
          </a:xfrm>
          <a:prstGeom prst="rect">
            <a:avLst/>
          </a:prstGeom>
          <a:solidFill>
            <a:srgbClr val="14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5998464"/>
            <a:ext cx="6766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 i="0">
                <a:solidFill>
                  <a:srgbClr val="BDD7EE"/>
                </a:solidFill>
                <a:latin typeface="Calibri"/>
              </a:rPr>
              <a:t>Dokumen: docs/Black-Box-Testing.docx  |  docs/Black-Box-Testing-Form.docx  |  docs/Presentasi-KOKARSI.pptx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2336</Words>
  <Application>Microsoft Office PowerPoint</Application>
  <PresentationFormat>Custom</PresentationFormat>
  <Paragraphs>521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Rifky Awalul Huda</cp:lastModifiedBy>
  <cp:revision>2</cp:revision>
  <dcterms:created xsi:type="dcterms:W3CDTF">2013-01-27T09:14:16Z</dcterms:created>
  <dcterms:modified xsi:type="dcterms:W3CDTF">2026-07-22T03:48:49Z</dcterms:modified>
  <cp:category/>
</cp:coreProperties>
</file>